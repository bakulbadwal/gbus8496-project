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Title, five names, then the disclosure out loud — Albert asked for it explicitly. Saying it first makes it a strength: we picked a problem one of us has watched people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Land the number and the person, then stop. Chart data: evals/results/01_check_donor_id.txt.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seconds. One line per decision. The point is not the decisions themselves but that each is stated and reversible — the notebook reports the positive rate both ways for the same-month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Tell it as it happened. This is the slide the 'genuine insight' vote is won on. Chart data: evals/results/03_profile_cohorts.txt, holdout cohorts.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seconds. Owner fills in. Serves the 'genuine insight'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Headline metric is dollars per contact, not AUC — Albert said the ranking at capacity is the decision. Every row is real: baselines in evals/results/04_score_citizen.txt, model in evals/results/10_model_holdout.txt (holdout scored once, Sep 22). Gradient-boosted classifier + log-amount regressor on donation-file and projects-join features. If asked: ranking by probability alone finds more returners (24.0% precision) but fewer dollars ($107).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Answers Albert's 'how do you know it works' directly. The honest sentence about where it is weakest is the one the room respects.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$25 is a PLACEHOLDER — replace with a cost per contact GoGood can defend, then re-run src/decision.py. Source: evals/results/11_decision_model.txt. Production cost is effectively zero;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Three things, plainly. Serves the insight question and the honesty Albert grades under 'technical contribution'.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seconds. One sentence, then stop. 58% = value identified at 10% capacity, evals/results/10_model_holdout.txt.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GBUS 8496 · MACHINE LEARNING AND AI FOR BUSINESS · GROUP 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1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the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Gift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first-time donors will give again, and which ones a small nonprofit should spend staff time 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Malorie Black · Reid Jacobson · Thadeus Knospe · Rodolfo Perez-Cortes Manrique · Bakul Badwal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13253A"/>
          </a:solidFill>
          <a:ln w="12700">
            <a:solidFill>
              <a:srgbClr val="1325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044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DISCLOSURE, SAID FIRST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14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us founded GoGood Technologies, a donor-engagement platform whose customers are the stakeholder in this talk. That is why we chose the problem. Weigh what we say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2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8580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DonorsChoose donors gave once and never again.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97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million donors, seventeen years. The second gift is where retention is won or lost, and small organizations have the least capacity to work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61188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703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STAKEHOLDER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136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development lead at a ~$500K nonprofit, no data staff. Each month she can personally follow up with a fraction of last month's new donors. She builds that list by hand, from recency and gift size.</a:t>
            </a:r>
            <a:endParaRPr lang="en-US" sz="1050" dirty="0"/>
          </a:p>
        </p:txBody>
      </p:sp>
      <p:pic>
        <p:nvPicPr>
          <p:cNvPr id="10" name="Image 0" descr="/Users/bakulbadwal/Documents/GitHub/gbus8496-project/docs/slides/assets/slide2_donations_per_donor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777240"/>
            <a:ext cx="448056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AND LABEL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Bakul  ·  3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turn eleven million rows into one label. Each could have gone the other way.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11.4M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58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DONATIONS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468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035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LABELLED DONORS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246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15.8%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8130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WITHIN 12 MO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60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ICPSR 37898, 2002–2019. Train through 2016, hold out 2017–18: a random split would let the model see the future.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63240" y="1691640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27832" y="181965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84708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Same-month repeats don't count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2258568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checkout can fund several classrooms. Two gifts in month one are one event, not a return. She cannot steward back someone who never left.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691640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08192" y="181965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84708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whole months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08192" y="2258568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M+1 to M+12. Dates are month-level, so no finer definition exists and none is claimed.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3355848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34838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51129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Unclosed windows: dropped, not zeroed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27832" y="3922776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2019 donor has not had a year to come back. Labelling them 0 teaches the model that recent donors never return.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43600" y="3355848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34838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1129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are not gifts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3922776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codebook lists a minimum amount of −$15. A reversal cannot open a cohort or count as a return. 151 rows, excluded.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FINDING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Bakul  ·  4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708 organizations hold 62% of every repeat dollar.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result found 80% of all repeat dollars at 10% capacity with the dumbest possible rule: rank by gift size. It looked like a triumph.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68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measuring corporate matching programs. The largest made 66,348 donations in its twelve-month window. Any ranker wins the pooled contest by finding them — and she already knows who they are.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611880"/>
            <a:ext cx="3246120" cy="1051560"/>
          </a:xfrm>
          <a:prstGeom prst="roundRect">
            <a:avLst>
              <a:gd name="adj" fmla="val 5217"/>
            </a:avLst>
          </a:prstGeom>
          <a:solidFill>
            <a:srgbClr val="13253A"/>
          </a:solidFill>
          <a:ln w="12700">
            <a:solidFill>
              <a:srgbClr val="1325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703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136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citizen donors only — 86% of people, the ones she actually calls. One line in config, reversible, both numbers kept.</a:t>
            </a:r>
            <a:endParaRPr lang="en-US" sz="1050" dirty="0"/>
          </a:p>
        </p:txBody>
      </p:sp>
      <p:pic>
        <p:nvPicPr>
          <p:cNvPr id="10" name="Image 0" descr="/Users/bakulbadwal/Documents/GitHub/gbus8496-project/docs/slides/assets/slide4_donor_type_share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6552" y="1207008"/>
            <a:ext cx="4224528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Reid  ·  5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predicts a return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9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size finds dollars; [feature] finds people. Here is what moved and what did not.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659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to keep: one chart of importance or lift, one sentence per feature that mattered, one on what did not. Text is masked by ICPSR — no embeddings. Tie back to slide 4.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188720"/>
            <a:ext cx="4480560" cy="3520440"/>
          </a:xfrm>
          <a:prstGeom prst="roundRect">
            <a:avLst>
              <a:gd name="adj" fmla="val 1558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43400" y="137160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or lift table — one chart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HEADLINE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Rodolfo  ·  6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her capacity, dollars identified per contact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donors · top 10% of each month's new donors · 2017–18 holdout · value identified, never “caused”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34440"/>
                <a:gridCol w="1234440"/>
                <a:gridCol w="141732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RANKING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PRECISION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RECALL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 FOUND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 / CONTACT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model — P(return) × E[amount]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9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2ED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gift size — the honest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2ED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First-month gift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everyone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bootstrap on the same donors: +$3.80 ± 0.51 per contact over gift size, about 7 standard errors. Real, and small — gift size already carries most of what predicts dollars. The baseline is fair: on a first-gift cohort, RFM collapses to gift size, and it is what she does by hand.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Thadeus  ·  7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 — and where it does not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9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calibrated here, it is not calibrated there, and it is weakest on exactly the donors she cares about most.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031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 on the holdout. Error analysis by cohort year — does 2018 behave like 2015? — and by first-gift size band, where most of her donors live.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188720"/>
            <a:ext cx="2148840" cy="3520440"/>
          </a:xfrm>
          <a:prstGeom prst="roundRect">
            <a:avLst>
              <a:gd name="adj" fmla="val 2553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43400" y="1371600"/>
            <a:ext cx="17830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1188720"/>
            <a:ext cx="2148840" cy="3520440"/>
          </a:xfrm>
          <a:prstGeom prst="roundRect">
            <a:avLst>
              <a:gd name="adj" fmla="val 2553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675120" y="1371600"/>
            <a:ext cx="17830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by cohort year / gift band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8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she does on Monday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3,013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 · DEC 2018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CALL · PLACEHOLDER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+$7.75M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 · 2017–18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6751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RUN MONTHLY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880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everyone loses $3.6M at $25 a contact. Calling the model's top 10% nets $7.75M over the two holdout years — $312K more than her gift-size rule on the same number of calls. Her cost per contact sets how deep to go: at $5, half of new donors clear break-even; at $25, 6.5%.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AT PRODUCTION SCALE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0690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monthly batch job on a laptop: about ten minutes, no API calls, no vendor. The only real cost is her time on the phone.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Thadeus  ·  9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not find, and what we are not claiming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was randomly assigned to be contacted. We rank by predicted future value and say “identified”, never “caused”.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Thank-you packet: dropped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codebook gives no timing. The flag may record something that happened after the second gift. Albert pre-approved dropping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893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04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904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is a hypothesis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DonorsChoose donors are marketplace donors; small-nonprofit donors are relational. Behavioural features likely transfer; platform-specific ones likely do not.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10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34440"/>
            <a:ext cx="7589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each month's first-time donors by predicted second-gift value, call the top one in ten, and expect to reach 58 percent of next year's repeat giving.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2519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github.com/bakulbadwal/gbus8496-project  ·  every number reproduces with  python evals/run_all.py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the Second Gift</dc:title>
  <dc:subject>PptxGenJS Presentation</dc:subject>
  <dc:creator>Group 11 — GBUS 8496</dc:creator>
  <cp:lastModifiedBy>Group 11 — GBUS 8496</cp:lastModifiedBy>
  <cp:revision>1</cp:revision>
  <dcterms:created xsi:type="dcterms:W3CDTF">2026-09-23T02:11:07Z</dcterms:created>
  <dcterms:modified xsi:type="dcterms:W3CDTF">2026-09-23T02:11:07Z</dcterms:modified>
</cp:coreProperties>
</file>